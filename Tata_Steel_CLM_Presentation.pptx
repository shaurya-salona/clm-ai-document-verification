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82135"/>
          </a:solidFill>
          <a:ln w="19050">
            <a:solidFill>
              <a:srgbClr val="264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143000"/>
            <a:ext cx="4389120" cy="41148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0F2FE"/>
                </a:solidFill>
              </a:defRPr>
            </a:pPr>
            <a:r>
              <a:t>TATA STEEL • CWR CELL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91640"/>
            <a:ext cx="9784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AI-Based Document Verification for</a:t>
            </a:r>
            <a:br/>
            <a:r>
              <a:t>Vendor Registration in CLM</a:t>
            </a:r>
          </a:p>
          <a:p>
            <a:pPr>
              <a:spcBef>
                <a:spcPts val="1200"/>
              </a:spcBef>
              <a:defRPr sz="1500">
                <a:solidFill>
                  <a:srgbClr val="38BDF8"/>
                </a:solidFill>
                <a:latin typeface="Arial"/>
              </a:defRPr>
            </a:pPr>
            <a:r>
              <a:t>Contract Labor Management System • Automated Statutory Compliance &amp; Human-in-the-Loop Advisory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931920"/>
            <a:ext cx="475488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690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INTERN &amp; DEVELOPER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Shaurya Salona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Contract Labor Management (CLM) AI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4754880" cy="1737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6908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PROJECT MENTOR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Mr. Manab Dey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Tata Steel Limited • Industrial Automation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TATA STEEL • CONTRACT LABOR MANAGEMENT (CLM)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Problem Statement &amp; Existing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1. Manual Verification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High volume of physical &amp; PDF documents submitted across multiple plant sites.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Approvers manually read multi-page certificates (GSTIN, EPFO, ESIC, Work Orders).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Significant turnaround time (3–5 working days) leading to onboarding delays.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7171"/>
                </a:solidFill>
              </a:defRPr>
            </a:pPr>
            <a:r>
              <a:t>2. Compliance Discrepancies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Human oversight when cross-referencing registration codes across documents.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Mismatches between Work Order validity dates and gate pass durations.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Risk of onboarding vendors exceeding legal labour capacity (e.g. &gt;9 for Contractors, &gt;4 for Suppliers).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82A36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AI-Assisted Solution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Automated OCR extracts text layers in milliseconds directly from memory.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Deterministic Python rules immediately validate statutory fields &amp; formats.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AI generates structured compliance remarks to assist the Human Approver.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Final decision remains 100% under Human Approver authority.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TATA STEEL • CONTRACT LABOR MANAGEMENT (CLM)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CLM Vendor Registration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Vendor Login &amp; Auth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2FA Email OTP / JWT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46304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19" y="157276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Select Plant Site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Jamshedpur, Kalinganagar, etc.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46304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157276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Select Vendor Type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Contractor (≤9) vs Supplier (≤4)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46304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0064" y="157276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Fill Details &amp; Form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Owner, GSTIN, Address, Codes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46304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6336" y="157276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Upload Documents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Work Order, Reg, PF, ESI PDFs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8620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99592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Select Site Approver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Location-based approver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7791" y="388620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19" y="399592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Step 7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Submit &amp; OCR Parse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PyMuPDF text extraction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388620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399592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Step 8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Python Validation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10+ Deterministic Rule Checks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0336" y="388620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399592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Step 9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AI Advisory Audit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Gemini / OpenAI structured remarks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3886200"/>
            <a:ext cx="2029968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6336" y="3995928"/>
            <a:ext cx="1810512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Step 10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Human Decision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Approver: Approve / Reject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TATA STEEL • CONTRACT LABOR MANAGEMENT (CLM)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Vendor Registration Requirements • Contractor vs. Supplier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1823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👷 CONTRACTOR (Labour Contractor)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Labour Capacity: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Maximum ≤ 9 Workers (Capped as per CLRA Form V exemption)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Order Document: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Valid Work Order (W.O.) with active validity dates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PF &amp; ESI Requirements: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Mandatory EPFO Code &amp; 17-digit ESIC Code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Labour Licence: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Marked 'No' (N.A.) for ≤ 9 workers under Tata Steel policy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Mandatory Documents (4):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1. Work Order  2. Reg. Certificate  3. PF Letter  4. ESI Letter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Nature of Work &amp; Details: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Specific job description, Owner KYC, Registered Address, 15-char GSTIN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182D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📦 SUPPLIER (Service / Material Vendor)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Labour Capacity: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Maximum ≤ 4 Workers (Delivery &amp; Technical Specialists)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Order Document: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Valid Purchase Order (P.O.) or Delivery Order (D.O.)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PF &amp; ESI Requirements: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Statutory Exempt (No PF/ESI code required at plant gate)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Labour Licence: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Not Applicable / Exempt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Mandatory Documents (2):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1. Purchase / Work Order  2. Registration Certificate</a:t>
            </a:r>
          </a:p>
          <a:p>
            <a:pPr>
              <a:spcBef>
                <a:spcPts val="600"/>
              </a:spcBef>
              <a:defRPr sz="1200" b="1">
                <a:solidFill>
                  <a:srgbClr val="F8FAFC"/>
                </a:solidFill>
              </a:defRPr>
            </a:pPr>
            <a:r>
              <a:t>▶ Nature of Work &amp; Details: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Supply description, Owner KYC, Registered Address, 15-char GSTIN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TATA STEEL • CONTRACT LABOR MANAGEMENT (CLM)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Document Verification &amp; Python Validation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📄 PyMuPDF (fitz) OCR Text Extraction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In-Memory Byte Stream: Reads PDF byte streams directly from memory without writing temporary files to disk.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Text Layer Parsing: Fast text extraction (&lt;50ms per document) capturing certificate bodies, headers, and dates.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Regex Pre-processing: Pattern matchers for GSTIN, PAN, PF codes, ESI numbers, and Work Order dates.</a:t>
            </a:r>
          </a:p>
          <a:p>
            <a:pPr>
              <a:spcBef>
                <a:spcPts val="1200"/>
              </a:spcBef>
              <a:defRPr sz="1200">
                <a:solidFill>
                  <a:srgbClr val="F8FAFC"/>
                </a:solidFill>
              </a:defRPr>
            </a:pPr>
            <a:r>
              <a:t>✔ Zero Disk Leaks: Eliminates file system clutter on cloud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⚙️ Deterministic Python Rules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Required Fields &amp; Formats: 15-char GSTIN regex, 10-digit phone, 6-digit PIN code.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Statutory Capacity Limits: Rejects Contractor &gt;9 and Supplier &gt;4.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Work Order Expiry: Extracts dates and verifies W.O. has not lapsed.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Document Presence: Enforces 4 PDFs for Contractors and 2 for Suppliers.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Cross-Document Checks: Matches form inputs with OCR extracted certificate texts (PF/ESI codes, Firm Name, GSTIN State).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TATA STEEL • CONTRACT LABOR MANAGEMENT (CLM)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AI Advisory Module • Human-in-the-Loop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3749039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800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🧠 Multi-LLM Advisory Pipeline (3-Tier Fallback)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1. Input Aggregation: Combines OCR Extracted Text + Vendor Form Data + Python Validation Results + Document Standards.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2. Multi-Tier Inference: Primary Google Gemini 2.0 Flash → Backup OpenAI GPT-4o-Mini → Tertiary Python Offline Rule Engine.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3. Structured JSON Schema: Produces Match Confidence Score (e.g. 96%), Compliance Status, Specific Issues List, and Actionable Suggestions.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4. Advisory Delivery: Remarks rendered as high-visibility audit cards inside the Approver Workstation.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30141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440680"/>
            <a:ext cx="10362895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ECACA"/>
                </a:solidFill>
              </a:defRPr>
            </a:pPr>
            <a:r>
              <a:t>⚖️ CRITICAL GOVERNANCE RULE: AI DOES NOT APPROVE OR REJECT REQUESTS</a:t>
            </a:r>
          </a:p>
          <a:p>
            <a:pPr>
              <a:defRPr sz="1100">
                <a:solidFill>
                  <a:srgbClr val="FEE2E2"/>
                </a:solidFill>
              </a:defRPr>
            </a:pPr>
            <a:r>
              <a:t>• AI provides advisory remarks only. All legal &amp; regulatory decisions are strictly reserved for the Authorized Site Approver.</a:t>
            </a:r>
            <a:br/>
            <a:r>
              <a:t>• AI remarks are completely hidden on the Vendor portal to prevent bias or confusion.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TATA STEEL • CONTRACT LABOR MANAGEMENT (CLM)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FRONTEND LAYER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React 18 + Vite + Tailwind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React SPA with Vite bundler (1.81s build)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TailwindCSS custom dark design system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Lucide React icons &amp; Glassmorphism UI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Axios with auto-JWT bearer interceptor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2. BACKEND API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FastAPI (Python 3.10+)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FastAPI async routing &amp; Pydantic schemas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SQLAlchemy ORM for data modeling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PyJWT token generation (24h expiry)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Bcrypt secure password hashing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Real Gmail SMTP 2FA OTP with SSL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3. DATA &amp; AI LAYER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PostgreSQL + PyMuPDF + Gemini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PostgreSQL Base64 document persistence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Zero-disk PDF streaming architecture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PyMuPDF in-memory text parsing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10+ Deterministic Python Validators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Gemini 2.0 Flash / OpenAI API advisory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TATA STEEL • CONTRACT LABOR MANAGEMENT (CLM)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Vendor &amp; Approver Portals • Dedicated Workspaces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1823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👷 VENDOR PORTAL WORKSPACE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Account Registration &amp; 2FA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Email OTP verification before onboarding; secure login.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Multi-Step Request Wizard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Interactive form validating vendor type, capacity, address, and GSTIN.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Document Upload Area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Uploads required PDFs with real-time format and size checks.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Vendor Dashboard &amp; Live Status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Tracks submission status (Pending, Approved, Rejected) with approver remarks and PDF downloads.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182D2A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👔 APPROVER WORKSTATION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▶ Request Inspection Queue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Location-filtered dashboard of pending vendor requests.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▶ In-Browser Document Viewer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Inspects uploaded PDF certificates alongside extracted OCR text layers.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▶ Python Validation Engine Card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Displays granular pass/fail results for all 10+ deterministic rule checks.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▶ AI Remarks &amp; External Portal Links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Shows Gemini advisory findings and links to EPFO/ESIC government search portals.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▶ Final Decision Controls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One-click Approve / Reject with mandatory auditable decision remarks.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TATA STEEL • CONTRACT LABOR MANAGEMENT (CLM)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Security, Testing &amp; Cloud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1. SECURITY &amp; AUTH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Bcrypt + PyJWT + 2FA OTP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Bcrypt hashing (no bypass vulnerabilities)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PyJWT signed tokens (24-hour expiration)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Role-Based Access Control (@require_role)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Real 2FA Email OTP via SMTP with Port 465 SSL fallback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Protected .env secrets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2. TESTING SUITE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10/10 Pytest Pass Rate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test_auth.py: User auth &amp; JWT login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test_validators.py: GSTIN &amp; payload integrity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test_vendors.py: Capacity limits (≤9 vs ≤4)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test_cross_reference: OCR vs form matching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100% test pass rate in 2.33s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63040"/>
            <a:ext cx="3328416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64592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3. DEPLOYMENT</a:t>
            </a:r>
          </a:p>
          <a:p>
            <a:pPr>
              <a:spcBef>
                <a:spcPts val="400"/>
              </a:spcBef>
              <a:defRPr sz="1100" b="1">
                <a:solidFill>
                  <a:srgbClr val="94A3B8"/>
                </a:solidFill>
              </a:defRPr>
            </a:pPr>
            <a:r>
              <a:t>PostgreSQL Cloud Native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Render Cloud deployment via render.yaml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PostgreSQL Managed Database instance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100% Base64 PDF persistence (zero disk loss)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Single-command local runner (./start.sh)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✔ Vite production build bundled in 1.81s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TATA STEEL • CONTRACT LABOR MANAGEMENT (CLM)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66360" cy="4754880"/>
          </a:xfrm>
          <a:prstGeom prst="roundRect">
            <a:avLst/>
          </a:prstGeom>
          <a:solidFill>
            <a:srgbClr val="18283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🎯 PROJECT CONCLUSION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Automated Assistance Achieved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Replaces manual document cross-checking with fast in-memory OCR &amp; deterministic statutory rules.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Strict Human Governance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Maintains legal compliance by keeping all approval authority with authenticated site approvers.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Zero Turnaround Bottlenecks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Reduces vendor registration cycle from 3-5 days to under 15 minutes.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Audit-Ready Trail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Full historical record of Base64 documents, OCR texts, validation logs, and approver remarks.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754880"/>
          </a:xfrm>
          <a:prstGeom prst="roundRect">
            <a:avLst/>
          </a:prstGeom>
          <a:solidFill>
            <a:srgbClr val="182D28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09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🚀 FUTURE SCOPE &amp; ENTERPRISE INTEGRATION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Direct SAP / ERP Integration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Automated sync with Tata Steel's core ERP and CLM systems (if permitted by Tata Steel IT security).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Live Government API Connectors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Direct API verification with GSTN portal and EPFO Establishment search services.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Enhanced Multi-Page OCR Models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Tesseract / LayoutLM fine-tuning for low-quality scanned photocopies.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▶ Plant Gate Turnstile Hardware Linkage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 Export of approved worker counts and dates directly to physical plant turnstile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